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296ace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296ace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f296ace3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f296ace3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f296ace3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f296ace3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296ace3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296ace3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SQL- Stock Market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25225" y="1140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6 Data 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 a submission part →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have to submit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1. You have to do analysis in SQL (SQL file)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2. You have to create a PDF for your insights..(PDF file)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3. Upload a video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Eicher Motors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Eicher’s Stock could have been bought 6 times, sold 7 times in the provided time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Eicher’s Stock Trend as of 06-06-2018 is shifting down.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27820.95, 01-01-2015: 15239.15 results in 82.5% increase in stock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value.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Bajaj Auto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Bajaj Auto Stock could have been bought 12 times, sold 11 times in the provided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time 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Bajaj Auto Stock’s trend as of 21-06-2018 is shifting up.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 :2700.7, 01-01-2015 :2454.1 results in 10% increase in stock value.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TCS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TCS Stock could have been bought 12 times, sold 13 times in the provided time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TCS Stock’s Trend as of 05-06-2018 is shifting down.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 : 2548.20, 01-01-2015 :2454.1 results in 23.8% decrease in stock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value.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TVS Motors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TVS Stock could have been bought 8 times, sold 8 times in the provided time 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TVS Stock Trend as of 17-05-2018 is shifting down.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517.45, 01-01-2015: 276.85 results in 86.9% increase in stock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value.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Hero Motocorp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Hero Motocorp Stock could have been bought 9 times, sold 9 times in the provided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time 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Hero Motocorp Stock Trend as of 22-05-2018 is shifting down.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3293.8, 01-01-2015: 3107.3 results in 6% increase in stock value.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Infosys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Infosys Stock could have been bought 9 times, sold 9 times in the provided time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Infosys Stock Trend as of 07-05-2018 is shifting up.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1365, 01-01-2015: 1975.8 results in 3% decrease in stock value.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Final Report: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Stocks that can be bought in likelihood of returns are Bajaj Auto, Infosys.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Stocks that can be sold in likelihood of returns are Eicher Motors, TVS Motors, Hero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Motocorp, TCS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